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B08D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SHREE COLLECTIVE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B.E. Final Year Project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86325"/>
            <a:ext cx="9144000" cy="457200"/>
          </a:xfrm>
          <a:prstGeom prst="rect">
            <a:avLst/>
          </a:prstGeom>
          <a:solidFill>
            <a:srgbClr val="B08D5B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08D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SHREE COLLECTIVE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Luxury Indian Couture E-commerce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by: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A (Frontend)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B (Backend)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C (Database/Cloud)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08D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 to Digital Luxury:</a:t>
            </a:r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luxury retail sector is increasingly moving online, but ethnic wear lacks premium digital representation.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Vision:</a:t>
            </a:r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SHREE Collective digitizes traditional Indian craftsmanship (zardozi, banarasi silks) with a highly responsive, modern web interface.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Objectives:</a:t>
            </a:r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Build a scalable, secure, and visually stunning e-commerce platform using the MERN stack.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08D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Platforms:</a:t>
            </a:r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Typically rely on monolithic architectures (like basic Shopify templates) which lack the performance and deep customization needed for high-ticket items.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Bottlenecks:</a:t>
            </a:r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Heavy image assets cause slow loading times and layout shifts, deteriorating the premium feel.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Experience:</a:t>
            </a:r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Cluttered UI/UX detracts from the luxury narrative of the products.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08D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B08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(Client Tier):</a:t>
            </a:r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React 19, Vite, Context API for state management.</a:t>
            </a:r>
            <a:endParaRPr lang="en-US" sz="20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B08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(Logic Tier):</a:t>
            </a:r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Node.js, Express.js providing a robust RESTful API.</a:t>
            </a:r>
            <a:endParaRPr lang="en-US" sz="20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B08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(Data Tier):</a:t>
            </a:r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MongoDB Atlas (NoSQL) with Mongoose ODM.</a:t>
            </a:r>
            <a:endParaRPr lang="en-US" sz="20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B08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Services:</a:t>
            </a:r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Firebase (OAuth/Email Authentication), Cloudinary (Asset Hosting).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08D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Frontend Development (Person A)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Design:</a:t>
            </a:r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Designed a "Luxury Minimalist" aesthetic using dark tones and fluid animations.</a:t>
            </a:r>
            <a:endParaRPr lang="en-US" sz="20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Optimization:</a:t>
            </a:r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Implemented IntersectionObserver for lazy loading images and videos.</a:t>
            </a:r>
            <a:endParaRPr lang="en-US" sz="20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Management:</a:t>
            </a:r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Utilized React Context API for global cart and user state.</a:t>
            </a:r>
            <a:endParaRPr lang="en-US" sz="20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Components:</a:t>
            </a:r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Built the dynamic Mega Menu, Checkout flow, and CSS skeleton loaders.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08D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Backend Development (Person B)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API:</a:t>
            </a:r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Developed scalable endpoints for Products, Orders, Users, and Cart.</a:t>
            </a:r>
            <a:endParaRPr lang="en-US" sz="20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&amp; Security:</a:t>
            </a:r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Implemented JWT-based session handling and bcrypt password hashing.</a:t>
            </a:r>
            <a:endParaRPr lang="en-US" sz="20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Middleware:</a:t>
            </a:r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Created protect() and adminOnly() route guards for access control.</a:t>
            </a:r>
            <a:endParaRPr lang="en-US" sz="20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Logic:</a:t>
            </a:r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Handled order processing, cart validation, and data sanitization.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08D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Database &amp; Cloud (Person C)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Design:</a:t>
            </a:r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Modeled MongoDB schemas (Products, Users, Orders) to handle flexible fashion attributes.</a:t>
            </a:r>
            <a:endParaRPr lang="en-US" sz="20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Storage:</a:t>
            </a:r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Integrated Cloudinary API to serve optimized, transformed image assets globally.</a:t>
            </a:r>
            <a:endParaRPr lang="en-US" sz="20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Auth:</a:t>
            </a:r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Configured Firebase for seamless Google OAuth sign-in.</a:t>
            </a:r>
            <a:endParaRPr lang="en-US" sz="20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Architecture:</a:t>
            </a:r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Setup environment variables and configured CORS for cross-origin requests.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08D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Results &amp; Validation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Performance:</a:t>
            </a:r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Achieved sub-second initial load times and high Lighthouse scores.</a:t>
            </a:r>
            <a:endParaRPr lang="en-US" sz="20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Stability:</a:t>
            </a:r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Zero layout shifts during rendering due to skeleton loaders.</a:t>
            </a:r>
            <a:endParaRPr lang="en-US" sz="20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</a:t>
            </a:r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Successful validation of protected routes; unauthorized access is successfully blocked.</a:t>
            </a:r>
            <a:endParaRPr lang="en-US" sz="20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Cross-Browser:</a:t>
            </a:r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Responsive design works flawlessly across mobile, tablet, and desktop.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08D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Conclusion &amp; Future 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Success:</a:t>
            </a:r>
            <a:pPr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Successfully delivered a full-stack, scalable luxury e-commerce platform that meets all initial requirements.</a:t>
            </a:r>
            <a:endParaRPr lang="en-US" sz="20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2000" b="1" dirty="0">
                <a:solidFill>
                  <a:srgbClr val="B08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Enhancements:</a:t>
            </a:r>
            <a:endParaRPr lang="en-US" sz="20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Payment Gateway:</a:t>
            </a:r>
            <a:pPr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Integrate Razorpay or Stripe for real-time transactions.</a:t>
            </a:r>
            <a:endParaRPr lang="en-US" sz="20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Notifications:</a:t>
            </a:r>
            <a:pPr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Nodemailer for order confirmations.</a:t>
            </a:r>
            <a:endParaRPr lang="en-US" sz="20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Sizing:</a:t>
            </a:r>
            <a:pPr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 AI-based size recommendations for couture garments.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B08D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Chandigarh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SHREE Project Presentation</dc:title>
  <dc:subject>Project Presentation</dc:subject>
  <dc:creator>Team SHREE</dc:creator>
  <cp:lastModifiedBy>Team SHREE</cp:lastModifiedBy>
  <cp:revision>1</cp:revision>
  <dcterms:created xsi:type="dcterms:W3CDTF">2026-04-24T19:59:01Z</dcterms:created>
  <dcterms:modified xsi:type="dcterms:W3CDTF">2026-04-24T19:59:01Z</dcterms:modified>
</cp:coreProperties>
</file>